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45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8C92CBE-61BC-69C5-7907-E93A3F8BF055}"/>
              </a:ext>
            </a:extLst>
          </p:cNvPr>
          <p:cNvGrpSpPr/>
          <p:nvPr/>
        </p:nvGrpSpPr>
        <p:grpSpPr>
          <a:xfrm>
            <a:off x="4929987" y="234760"/>
            <a:ext cx="2331720" cy="914400"/>
            <a:chOff x="822960" y="320040"/>
            <a:chExt cx="2331720" cy="9144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Shape 2"/>
            <p:cNvSpPr/>
            <p:nvPr/>
          </p:nvSpPr>
          <p:spPr>
            <a:xfrm>
              <a:off x="822960" y="320040"/>
              <a:ext cx="2331720" cy="914400"/>
            </a:xfrm>
            <a:prstGeom prst="roundRect">
              <a:avLst>
                <a:gd name="adj" fmla="val 5714"/>
              </a:avLst>
            </a:prstGeom>
            <a:grpFill/>
            <a:ln w="28575">
              <a:solidFill>
                <a:schemeClr val="bg2">
                  <a:lumMod val="25000"/>
                </a:schemeClr>
              </a:solidFill>
            </a:ln>
            <a:effectLst>
              <a:outerShdw blurRad="76200" dist="2540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1156716" y="466344"/>
              <a:ext cx="1664207" cy="648667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Primer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Trimming</a:t>
              </a:r>
              <a:endParaRPr lang="en-US" dirty="0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936" y="559474"/>
              <a:ext cx="410168" cy="410168"/>
            </a:xfrm>
            <a:prstGeom prst="rect">
              <a:avLst/>
            </a:prstGeom>
            <a:grpFill/>
          </p:spPr>
        </p:pic>
      </p:grpSp>
      <p:sp>
        <p:nvSpPr>
          <p:cNvPr id="8" name="Shape 5"/>
          <p:cNvSpPr/>
          <p:nvPr/>
        </p:nvSpPr>
        <p:spPr>
          <a:xfrm>
            <a:off x="6004406" y="1167448"/>
            <a:ext cx="182880" cy="146304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A3DE1B-2C42-6E9C-207D-03C14F1F2603}"/>
              </a:ext>
            </a:extLst>
          </p:cNvPr>
          <p:cNvGrpSpPr/>
          <p:nvPr/>
        </p:nvGrpSpPr>
        <p:grpSpPr>
          <a:xfrm>
            <a:off x="4929987" y="1332039"/>
            <a:ext cx="2331720" cy="914400"/>
            <a:chOff x="822960" y="1417319"/>
            <a:chExt cx="2331720" cy="9144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9" name="Shape 6"/>
            <p:cNvSpPr/>
            <p:nvPr/>
          </p:nvSpPr>
          <p:spPr>
            <a:xfrm>
              <a:off x="822960" y="1417319"/>
              <a:ext cx="2331720" cy="914400"/>
            </a:xfrm>
            <a:prstGeom prst="roundRect">
              <a:avLst>
                <a:gd name="adj" fmla="val 5714"/>
              </a:avLst>
            </a:prstGeom>
            <a:grpFill/>
            <a:ln w="28575">
              <a:solidFill>
                <a:schemeClr val="bg2">
                  <a:lumMod val="25000"/>
                </a:schemeClr>
              </a:solidFill>
            </a:ln>
            <a:effectLst>
              <a:outerShdw blurRad="76200" dist="2540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7"/>
            <p:cNvSpPr/>
            <p:nvPr/>
          </p:nvSpPr>
          <p:spPr>
            <a:xfrm>
              <a:off x="1156716" y="1650493"/>
              <a:ext cx="1664207" cy="43891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DADA2</a:t>
              </a:r>
              <a:endParaRPr lang="en-US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987552" y="1984248"/>
              <a:ext cx="2002536" cy="29260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200"/>
                </a:spcAft>
                <a:buNone/>
              </a:pPr>
              <a:endParaRPr lang="en-US" sz="1400" dirty="0"/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0593" y="1664207"/>
              <a:ext cx="404853" cy="404853"/>
            </a:xfrm>
            <a:prstGeom prst="rect">
              <a:avLst/>
            </a:prstGeom>
            <a:grpFill/>
          </p:spPr>
        </p:pic>
      </p:grpSp>
      <p:sp>
        <p:nvSpPr>
          <p:cNvPr id="13" name="Shape 9"/>
          <p:cNvSpPr/>
          <p:nvPr/>
        </p:nvSpPr>
        <p:spPr>
          <a:xfrm>
            <a:off x="6004406" y="2264728"/>
            <a:ext cx="182880" cy="146304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052E74-A18F-7EC2-EE1C-3019481A2452}"/>
              </a:ext>
            </a:extLst>
          </p:cNvPr>
          <p:cNvGrpSpPr/>
          <p:nvPr/>
        </p:nvGrpSpPr>
        <p:grpSpPr>
          <a:xfrm>
            <a:off x="4929987" y="2429320"/>
            <a:ext cx="2331720" cy="914400"/>
            <a:chOff x="822960" y="2514600"/>
            <a:chExt cx="2331720" cy="9144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" name="Shape 10"/>
            <p:cNvSpPr/>
            <p:nvPr/>
          </p:nvSpPr>
          <p:spPr>
            <a:xfrm>
              <a:off x="822960" y="2514600"/>
              <a:ext cx="2331720" cy="914400"/>
            </a:xfrm>
            <a:prstGeom prst="roundRect">
              <a:avLst>
                <a:gd name="adj" fmla="val 5714"/>
              </a:avLst>
            </a:prstGeom>
            <a:grpFill/>
            <a:ln w="28575">
              <a:solidFill>
                <a:schemeClr val="bg2">
                  <a:lumMod val="25000"/>
                </a:schemeClr>
              </a:solidFill>
            </a:ln>
            <a:effectLst>
              <a:outerShdw blurRad="76200" dist="2540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5873" y="2774947"/>
              <a:ext cx="384563" cy="384563"/>
            </a:xfrm>
            <a:prstGeom prst="rect">
              <a:avLst/>
            </a:prstGeom>
            <a:grpFill/>
          </p:spPr>
        </p:pic>
        <p:sp>
          <p:nvSpPr>
            <p:cNvPr id="16" name="Text 11"/>
            <p:cNvSpPr/>
            <p:nvPr/>
          </p:nvSpPr>
          <p:spPr>
            <a:xfrm>
              <a:off x="1475279" y="2625867"/>
              <a:ext cx="1209959" cy="667513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Taxonomic Assignment</a:t>
              </a:r>
              <a:endParaRPr lang="en-US" dirty="0"/>
            </a:p>
          </p:txBody>
        </p:sp>
      </p:grpSp>
      <p:sp>
        <p:nvSpPr>
          <p:cNvPr id="18" name="Shape 13"/>
          <p:cNvSpPr/>
          <p:nvPr/>
        </p:nvSpPr>
        <p:spPr>
          <a:xfrm>
            <a:off x="6004406" y="3362008"/>
            <a:ext cx="182880" cy="146304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A6EB86-22AC-F52F-2D6E-6A4E55CFBCC4}"/>
              </a:ext>
            </a:extLst>
          </p:cNvPr>
          <p:cNvGrpSpPr/>
          <p:nvPr/>
        </p:nvGrpSpPr>
        <p:grpSpPr>
          <a:xfrm>
            <a:off x="4929987" y="3526599"/>
            <a:ext cx="2331720" cy="914400"/>
            <a:chOff x="822960" y="3611879"/>
            <a:chExt cx="2331720" cy="9144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9" name="Shape 14"/>
            <p:cNvSpPr/>
            <p:nvPr/>
          </p:nvSpPr>
          <p:spPr>
            <a:xfrm>
              <a:off x="822960" y="3611879"/>
              <a:ext cx="2331720" cy="914400"/>
            </a:xfrm>
            <a:prstGeom prst="roundRect">
              <a:avLst>
                <a:gd name="adj" fmla="val 5714"/>
              </a:avLst>
            </a:prstGeom>
            <a:grpFill/>
            <a:ln w="28575">
              <a:solidFill>
                <a:schemeClr val="bg2">
                  <a:lumMod val="25000"/>
                </a:schemeClr>
              </a:solidFill>
            </a:ln>
            <a:effectLst>
              <a:outerShdw blurRad="76200" dist="25400" dir="27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1" name="Text 15"/>
            <p:cNvSpPr/>
            <p:nvPr/>
          </p:nvSpPr>
          <p:spPr>
            <a:xfrm>
              <a:off x="1248155" y="3855688"/>
              <a:ext cx="1664207" cy="43891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b="1" dirty="0" err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Phyloseq</a:t>
              </a:r>
              <a:r>
                <a:rPr lang="en-US" sz="12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Object</a:t>
              </a:r>
              <a:endParaRPr lang="en-US" dirty="0"/>
            </a:p>
          </p:txBody>
        </p:sp>
        <p:pic>
          <p:nvPicPr>
            <p:cNvPr id="20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7552" y="3773441"/>
              <a:ext cx="315468" cy="371824"/>
            </a:xfrm>
            <a:prstGeom prst="rect">
              <a:avLst/>
            </a:prstGeom>
            <a:grpFill/>
          </p:spPr>
        </p:pic>
      </p:grpSp>
      <p:sp>
        <p:nvSpPr>
          <p:cNvPr id="22" name="Text 16"/>
          <p:cNvSpPr/>
          <p:nvPr/>
        </p:nvSpPr>
        <p:spPr>
          <a:xfrm>
            <a:off x="987552" y="4178807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769967" y="5760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2430781" y="4644136"/>
            <a:ext cx="7292340" cy="16225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B369E04-8901-B6C7-81CD-3E77C6B1A2A2}"/>
              </a:ext>
            </a:extLst>
          </p:cNvPr>
          <p:cNvGrpSpPr/>
          <p:nvPr/>
        </p:nvGrpSpPr>
        <p:grpSpPr>
          <a:xfrm>
            <a:off x="987551" y="4892043"/>
            <a:ext cx="3096615" cy="971392"/>
            <a:chOff x="860907" y="4892041"/>
            <a:chExt cx="3223260" cy="1028533"/>
          </a:xfrm>
        </p:grpSpPr>
        <p:sp>
          <p:nvSpPr>
            <p:cNvPr id="24" name="Shape 18"/>
            <p:cNvSpPr/>
            <p:nvPr/>
          </p:nvSpPr>
          <p:spPr>
            <a:xfrm>
              <a:off x="883767" y="4892041"/>
              <a:ext cx="3200400" cy="1028533"/>
            </a:xfrm>
            <a:prstGeom prst="roundRect">
              <a:avLst>
                <a:gd name="adj" fmla="val 4571"/>
              </a:avLst>
            </a:prstGeom>
            <a:solidFill>
              <a:srgbClr val="F4F6F1"/>
            </a:solidFill>
            <a:ln w="28575">
              <a:solidFill>
                <a:schemeClr val="bg2">
                  <a:lumMod val="25000"/>
                </a:schemeClr>
              </a:solidFill>
            </a:ln>
            <a:effectLst>
              <a:outerShdw blurRad="1016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 20"/>
            <p:cNvSpPr/>
            <p:nvPr/>
          </p:nvSpPr>
          <p:spPr>
            <a:xfrm>
              <a:off x="1798167" y="5093207"/>
              <a:ext cx="21031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2F3B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Community Analysis</a:t>
              </a:r>
              <a:endParaRPr lang="en-US" dirty="0"/>
            </a:p>
          </p:txBody>
        </p:sp>
        <p:pic>
          <p:nvPicPr>
            <p:cNvPr id="45" name="Graphic 44" descr="Petri Dish outline">
              <a:extLst>
                <a:ext uri="{FF2B5EF4-FFF2-40B4-BE49-F238E27FC236}">
                  <a16:creationId xmlns:a16="http://schemas.microsoft.com/office/drawing/2014/main" id="{114D3883-50E6-48A9-8137-4B0AAB9673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60907" y="4937759"/>
              <a:ext cx="914400" cy="91440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8A3BD6-1924-171B-A086-31BA347FB039}"/>
              </a:ext>
            </a:extLst>
          </p:cNvPr>
          <p:cNvGrpSpPr/>
          <p:nvPr/>
        </p:nvGrpSpPr>
        <p:grpSpPr>
          <a:xfrm>
            <a:off x="8244687" y="4892040"/>
            <a:ext cx="3063240" cy="971395"/>
            <a:chOff x="8107527" y="4892040"/>
            <a:chExt cx="3200400" cy="1645920"/>
          </a:xfrm>
        </p:grpSpPr>
        <p:sp>
          <p:nvSpPr>
            <p:cNvPr id="36" name="Shape 28"/>
            <p:cNvSpPr/>
            <p:nvPr/>
          </p:nvSpPr>
          <p:spPr>
            <a:xfrm>
              <a:off x="8107527" y="4892040"/>
              <a:ext cx="3200400" cy="1645920"/>
            </a:xfrm>
            <a:prstGeom prst="roundRect">
              <a:avLst>
                <a:gd name="adj" fmla="val 4571"/>
              </a:avLst>
            </a:prstGeom>
            <a:solidFill>
              <a:srgbClr val="F4F6F1"/>
            </a:solidFill>
            <a:ln w="28575">
              <a:solidFill>
                <a:schemeClr val="bg2">
                  <a:lumMod val="25000"/>
                </a:schemeClr>
              </a:solidFill>
            </a:ln>
            <a:effectLst>
              <a:outerShdw blurRad="1016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Text 30"/>
            <p:cNvSpPr/>
            <p:nvPr/>
          </p:nvSpPr>
          <p:spPr>
            <a:xfrm>
              <a:off x="9021927" y="5093206"/>
              <a:ext cx="2103120" cy="127071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2F3B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Indicator Species/ Core Mycobiome</a:t>
              </a:r>
            </a:p>
            <a:p>
              <a:pPr marL="0" indent="0">
                <a:buNone/>
              </a:pPr>
              <a:r>
                <a:rPr lang="en-US" b="1" dirty="0">
                  <a:solidFill>
                    <a:srgbClr val="2F3B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</a:t>
              </a:r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350812C-800E-9BC2-07B8-A239A4412709}"/>
              </a:ext>
            </a:extLst>
          </p:cNvPr>
          <p:cNvGrpSpPr/>
          <p:nvPr/>
        </p:nvGrpSpPr>
        <p:grpSpPr>
          <a:xfrm>
            <a:off x="4615571" y="4899587"/>
            <a:ext cx="4443109" cy="971392"/>
            <a:chOff x="4517624" y="4900032"/>
            <a:chExt cx="4584383" cy="1028533"/>
          </a:xfrm>
        </p:grpSpPr>
        <p:sp>
          <p:nvSpPr>
            <p:cNvPr id="30" name="Shape 23"/>
            <p:cNvSpPr/>
            <p:nvPr/>
          </p:nvSpPr>
          <p:spPr>
            <a:xfrm>
              <a:off x="4517624" y="4900032"/>
              <a:ext cx="3200399" cy="1028533"/>
            </a:xfrm>
            <a:prstGeom prst="roundRect">
              <a:avLst>
                <a:gd name="adj" fmla="val 4571"/>
              </a:avLst>
            </a:prstGeom>
            <a:solidFill>
              <a:srgbClr val="F4F6F1"/>
            </a:solidFill>
            <a:ln w="28575">
              <a:solidFill>
                <a:schemeClr val="bg2">
                  <a:lumMod val="25000"/>
                </a:schemeClr>
              </a:solidFill>
            </a:ln>
            <a:effectLst>
              <a:outerShdw blurRad="1016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25"/>
            <p:cNvSpPr/>
            <p:nvPr/>
          </p:nvSpPr>
          <p:spPr>
            <a:xfrm>
              <a:off x="5364140" y="5103567"/>
              <a:ext cx="2103119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2F3B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Lifestyle Analysis</a:t>
              </a:r>
              <a:endParaRPr lang="en-US" dirty="0"/>
            </a:p>
          </p:txBody>
        </p:sp>
        <p:pic>
          <p:nvPicPr>
            <p:cNvPr id="49" name="Graphic 48" descr="Zipper with solid fill">
              <a:extLst>
                <a:ext uri="{FF2B5EF4-FFF2-40B4-BE49-F238E27FC236}">
                  <a16:creationId xmlns:a16="http://schemas.microsoft.com/office/drawing/2014/main" id="{9FF6CA16-EC4D-BA00-AC50-FC96CED93D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16207" y="5093207"/>
              <a:ext cx="685800" cy="685800"/>
            </a:xfrm>
            <a:prstGeom prst="rect">
              <a:avLst/>
            </a:prstGeom>
          </p:spPr>
        </p:pic>
      </p:grpSp>
      <p:sp>
        <p:nvSpPr>
          <p:cNvPr id="23" name="Shape 5">
            <a:extLst>
              <a:ext uri="{FF2B5EF4-FFF2-40B4-BE49-F238E27FC236}">
                <a16:creationId xmlns:a16="http://schemas.microsoft.com/office/drawing/2014/main" id="{63620383-7989-7D1B-7261-1160F16AF9A8}"/>
              </a:ext>
            </a:extLst>
          </p:cNvPr>
          <p:cNvSpPr/>
          <p:nvPr/>
        </p:nvSpPr>
        <p:spPr>
          <a:xfrm>
            <a:off x="2387287" y="4638040"/>
            <a:ext cx="182880" cy="216000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7AC7B29F-3FB3-ADAC-5673-20DD6A4CA2BB}"/>
              </a:ext>
            </a:extLst>
          </p:cNvPr>
          <p:cNvSpPr/>
          <p:nvPr/>
        </p:nvSpPr>
        <p:spPr>
          <a:xfrm>
            <a:off x="6009484" y="4644136"/>
            <a:ext cx="182880" cy="216000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1" name="Shape 5">
            <a:extLst>
              <a:ext uri="{FF2B5EF4-FFF2-40B4-BE49-F238E27FC236}">
                <a16:creationId xmlns:a16="http://schemas.microsoft.com/office/drawing/2014/main" id="{3D505B0F-57BF-E60E-6F99-75126243FFC8}"/>
              </a:ext>
            </a:extLst>
          </p:cNvPr>
          <p:cNvSpPr/>
          <p:nvPr/>
        </p:nvSpPr>
        <p:spPr>
          <a:xfrm>
            <a:off x="9585123" y="4666550"/>
            <a:ext cx="182880" cy="216000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Graphic 52" descr="Bug under magnifying glass with solid fill">
            <a:extLst>
              <a:ext uri="{FF2B5EF4-FFF2-40B4-BE49-F238E27FC236}">
                <a16:creationId xmlns:a16="http://schemas.microsoft.com/office/drawing/2014/main" id="{B6F5A519-7252-A378-3118-414B919FB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15571" y="5048633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ITS2 Amplicon Workflow</dc:title>
  <dc:subject>PptxGenJS Presentation</dc:subject>
  <dc:creator>Nadja</dc:creator>
  <cp:lastModifiedBy>Nadja Steller</cp:lastModifiedBy>
  <cp:revision>8</cp:revision>
  <dcterms:created xsi:type="dcterms:W3CDTF">2026-07-01T07:52:14Z</dcterms:created>
  <dcterms:modified xsi:type="dcterms:W3CDTF">2026-07-03T12:41:26Z</dcterms:modified>
</cp:coreProperties>
</file>